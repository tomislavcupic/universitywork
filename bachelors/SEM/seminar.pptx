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59" r:id="rId6"/>
    <p:sldId id="262" r:id="rId7"/>
    <p:sldId id="264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7BF92-2C57-49B5-B899-4B38050CECB3}" type="datetimeFigureOut">
              <a:rPr lang="hr-HR" smtClean="0"/>
              <a:t>22.5.2025.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40851-2B6B-4AEA-8FF2-65A11B47452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6453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EC58-D301-4FF7-A6FD-6320CCD9D120}" type="datetime1">
              <a:rPr lang="hr-HR" smtClean="0"/>
              <a:t>22.5.2025.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9248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26D7-F144-4CF5-8259-36DF7D309587}" type="datetime1">
              <a:rPr lang="hr-HR" smtClean="0"/>
              <a:t>22.5.2025.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5801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9BE19-EECC-4D7B-8F16-B2B67147425A}" type="datetime1">
              <a:rPr lang="hr-HR" smtClean="0"/>
              <a:t>22.5.2025.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9823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30A2A-4A9D-4644-B39B-7316192D8BB3}" type="datetime1">
              <a:rPr lang="hr-HR" smtClean="0"/>
              <a:t>22.5.2025.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01982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DB43-015A-49EB-B332-277C999C0808}" type="datetime1">
              <a:rPr lang="hr-HR" smtClean="0"/>
              <a:t>22.5.2025.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4310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50F3-64DD-45E0-ABBE-AD87E3467CDF}" type="datetime1">
              <a:rPr lang="hr-HR" smtClean="0"/>
              <a:t>22.5.2025.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921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256F-82F9-43FE-AE0A-BC4393DC8273}" type="datetime1">
              <a:rPr lang="hr-HR" smtClean="0"/>
              <a:t>22.5.2025.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1100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50A3-7126-4E55-B87C-4DD76F19CA09}" type="datetime1">
              <a:rPr lang="hr-HR" smtClean="0"/>
              <a:t>22.5.2025.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4220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0E11-6977-4A8B-ACC5-4485623A6244}" type="datetime1">
              <a:rPr lang="hr-HR" smtClean="0"/>
              <a:t>22.5.2025.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5783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AFCC-963D-4C4E-80C9-FCD8720312F2}" type="datetime1">
              <a:rPr lang="hr-HR" smtClean="0"/>
              <a:t>22.5.2025.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2015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1ADA-3E74-4685-AB8A-1A9F576E43D8}" type="datetime1">
              <a:rPr lang="hr-HR" smtClean="0"/>
              <a:t>22.5.2025.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1164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1D7-82E7-43BB-A846-10CA4EDECEC6}" type="datetime1">
              <a:rPr lang="hr-HR" smtClean="0"/>
              <a:t>22.5.2025.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32617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F10C-B730-4C3E-A64C-75FD7BCCEBA5}" type="datetime1">
              <a:rPr lang="hr-HR" smtClean="0"/>
              <a:t>22.5.2025.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3123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47E4-5580-4148-9F50-61A767C41850}" type="datetime1">
              <a:rPr lang="hr-HR" smtClean="0"/>
              <a:t>22.5.2025.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81002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4914-4EBC-4BE7-A793-7616CDBC7C41}" type="datetime1">
              <a:rPr lang="hr-HR" smtClean="0"/>
              <a:t>22.5.2025.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5951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5E7A1-68F9-4782-B525-4AEA1247802F}" type="datetime1">
              <a:rPr lang="hr-HR" smtClean="0"/>
              <a:t>22.5.2025.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5316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F0ED0-B2A8-43CC-AF70-8A893B626253}" type="datetime1">
              <a:rPr lang="hr-HR" smtClean="0"/>
              <a:t>22.5.2025.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B13AA78-B95B-4540-8C77-1B308D045E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83108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392678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hr-HR" dirty="0" smtClean="0"/>
              <a:t>Simulacija ekosustava koristeći genetske </a:t>
            </a:r>
            <a:r>
              <a:rPr lang="hr-HR" dirty="0" smtClean="0"/>
              <a:t>algoritme</a:t>
            </a:r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 smtClean="0"/>
              <a:t>Tomislav Čupić, 0036541125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6849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Genetski algoritmi i ekosustav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2255520"/>
            <a:ext cx="6607040" cy="3777622"/>
          </a:xfrm>
        </p:spPr>
        <p:txBody>
          <a:bodyPr>
            <a:normAutofit/>
          </a:bodyPr>
          <a:lstStyle/>
          <a:p>
            <a:r>
              <a:rPr lang="hr-HR" dirty="0" smtClean="0"/>
              <a:t>Genetski algoritmi – heuristička metoda pretraživanja </a:t>
            </a:r>
          </a:p>
          <a:p>
            <a:r>
              <a:rPr lang="hr-HR" dirty="0" smtClean="0"/>
              <a:t>Oponašaju prirodnu selekciju</a:t>
            </a:r>
          </a:p>
          <a:p>
            <a:r>
              <a:rPr lang="hr-HR" dirty="0" err="1" smtClean="0"/>
              <a:t>Crossover</a:t>
            </a:r>
            <a:r>
              <a:rPr lang="hr-HR" dirty="0" smtClean="0"/>
              <a:t> gena i mutacija</a:t>
            </a:r>
          </a:p>
          <a:p>
            <a:endParaRPr lang="hr-HR" dirty="0" smtClean="0"/>
          </a:p>
          <a:p>
            <a:endParaRPr lang="hr-HR" dirty="0"/>
          </a:p>
          <a:p>
            <a:r>
              <a:rPr lang="hr-HR" dirty="0" smtClean="0"/>
              <a:t>Ekosustav – zajednica organizama</a:t>
            </a:r>
          </a:p>
          <a:p>
            <a:r>
              <a:rPr lang="hr-HR" dirty="0" smtClean="0"/>
              <a:t>Biljke, životinje</a:t>
            </a:r>
          </a:p>
          <a:p>
            <a:r>
              <a:rPr lang="hr-HR" dirty="0"/>
              <a:t>P</a:t>
            </a:r>
            <a:r>
              <a:rPr lang="hr-HR" dirty="0" smtClean="0"/>
              <a:t>otrošači i proizvođači</a:t>
            </a:r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362" y="3297467"/>
            <a:ext cx="4400250" cy="245917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722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Izvedba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081348"/>
            <a:ext cx="8915400" cy="3777622"/>
          </a:xfrm>
        </p:spPr>
        <p:txBody>
          <a:bodyPr/>
          <a:lstStyle/>
          <a:p>
            <a:r>
              <a:rPr lang="hr-HR" dirty="0" err="1" smtClean="0"/>
              <a:t>Python</a:t>
            </a:r>
            <a:r>
              <a:rPr lang="hr-HR" dirty="0" smtClean="0"/>
              <a:t>, </a:t>
            </a:r>
            <a:r>
              <a:rPr lang="hr-HR" dirty="0" err="1" smtClean="0"/>
              <a:t>Pygame</a:t>
            </a:r>
            <a:r>
              <a:rPr lang="hr-HR" dirty="0" smtClean="0"/>
              <a:t>, </a:t>
            </a:r>
            <a:r>
              <a:rPr lang="hr-HR" smtClean="0"/>
              <a:t>matplotlib</a:t>
            </a:r>
            <a:endParaRPr lang="hr-HR" dirty="0" smtClean="0"/>
          </a:p>
          <a:p>
            <a:r>
              <a:rPr lang="hr-HR" dirty="0" err="1" smtClean="0"/>
              <a:t>Class</a:t>
            </a:r>
            <a:r>
              <a:rPr lang="hr-HR" dirty="0" smtClean="0"/>
              <a:t> </a:t>
            </a:r>
            <a:r>
              <a:rPr lang="hr-HR" dirty="0" err="1" smtClean="0"/>
              <a:t>Entity</a:t>
            </a:r>
            <a:r>
              <a:rPr lang="hr-HR" dirty="0" smtClean="0"/>
              <a:t> – </a:t>
            </a:r>
            <a:r>
              <a:rPr lang="hr-HR" dirty="0" err="1" smtClean="0"/>
              <a:t>animal</a:t>
            </a:r>
            <a:r>
              <a:rPr lang="hr-HR" dirty="0" smtClean="0"/>
              <a:t>, predator</a:t>
            </a:r>
          </a:p>
          <a:p>
            <a:r>
              <a:rPr lang="hr-HR" dirty="0" err="1" smtClean="0"/>
              <a:t>Move</a:t>
            </a:r>
            <a:r>
              <a:rPr lang="hr-HR" dirty="0" smtClean="0"/>
              <a:t> funkcija</a:t>
            </a:r>
          </a:p>
          <a:p>
            <a:r>
              <a:rPr lang="hr-HR" dirty="0" err="1" smtClean="0"/>
              <a:t>Reproduce</a:t>
            </a:r>
            <a:r>
              <a:rPr lang="hr-HR" dirty="0" smtClean="0"/>
              <a:t> funkcija</a:t>
            </a:r>
            <a:endParaRPr lang="hr-H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910" y="3867241"/>
            <a:ext cx="7115901" cy="25488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1557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448" y="537024"/>
            <a:ext cx="9134894" cy="56937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348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Različiti atributi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76846"/>
            <a:ext cx="8915400" cy="3777622"/>
          </a:xfrm>
        </p:spPr>
        <p:txBody>
          <a:bodyPr/>
          <a:lstStyle/>
          <a:p>
            <a:r>
              <a:rPr lang="hr-HR" dirty="0" smtClean="0"/>
              <a:t>Jedna vrsta </a:t>
            </a:r>
          </a:p>
          <a:p>
            <a:r>
              <a:rPr lang="hr-HR" dirty="0" smtClean="0"/>
              <a:t>Promijenjen odnos energije i brzine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453" y="261258"/>
            <a:ext cx="3678940" cy="61422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01" y="3650876"/>
            <a:ext cx="4939779" cy="25891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3067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Različiti modeli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Dvije vrste</a:t>
            </a:r>
          </a:p>
          <a:p>
            <a:r>
              <a:rPr lang="hr-HR" dirty="0" smtClean="0"/>
              <a:t>Usporedba atributa brzine i vida</a:t>
            </a:r>
          </a:p>
          <a:p>
            <a:r>
              <a:rPr lang="hr-HR" dirty="0" smtClean="0"/>
              <a:t>Vid važniji – očekivani rezultat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endParaRPr lang="hr-HR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404" y="2635240"/>
            <a:ext cx="4677789" cy="350458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4413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Atribut formiranja grupa</a:t>
            </a:r>
          </a:p>
          <a:p>
            <a:r>
              <a:rPr lang="hr-HR" dirty="0" smtClean="0"/>
              <a:t>Tri </a:t>
            </a:r>
            <a:r>
              <a:rPr lang="hr-HR" dirty="0"/>
              <a:t>vrste, mesojedi</a:t>
            </a:r>
          </a:p>
          <a:p>
            <a:r>
              <a:rPr lang="hr-HR" dirty="0"/>
              <a:t>Društvenost u „plavoj” vrsti</a:t>
            </a:r>
          </a:p>
          <a:p>
            <a:endParaRPr lang="hr-HR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333896" y="2414141"/>
            <a:ext cx="4952413" cy="37256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015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Zaključak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Genetski algoritmi uspješno modeliraju prirodnu selekciju i evoluciju</a:t>
            </a:r>
          </a:p>
          <a:p>
            <a:r>
              <a:rPr lang="hr-HR" dirty="0" smtClean="0"/>
              <a:t>Učinak karakteristika uočen</a:t>
            </a:r>
          </a:p>
          <a:p>
            <a:r>
              <a:rPr lang="hr-HR" dirty="0" smtClean="0"/>
              <a:t>Mutacija i </a:t>
            </a:r>
            <a:r>
              <a:rPr lang="hr-HR" dirty="0" err="1" smtClean="0"/>
              <a:t>crossover</a:t>
            </a:r>
            <a:r>
              <a:rPr lang="hr-HR" dirty="0" smtClean="0"/>
              <a:t> rezultira opstankom najboljih</a:t>
            </a:r>
          </a:p>
          <a:p>
            <a:endParaRPr lang="hr-HR" dirty="0" smtClean="0"/>
          </a:p>
          <a:p>
            <a:endParaRPr lang="hr-HR" dirty="0" smtClean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4303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Što dalje...?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Dodati prirodne pojave – bolesti, godišnja doba</a:t>
            </a:r>
          </a:p>
          <a:p>
            <a:r>
              <a:rPr lang="hr-HR" dirty="0" smtClean="0"/>
              <a:t>Novi atributi</a:t>
            </a:r>
          </a:p>
          <a:p>
            <a:r>
              <a:rPr lang="hr-HR" dirty="0" smtClean="0"/>
              <a:t>Drugačija područja</a:t>
            </a:r>
          </a:p>
          <a:p>
            <a:r>
              <a:rPr lang="hr-HR" dirty="0" smtClean="0"/>
              <a:t>Kako bi se životinje i ljudi ponašali u drugačijem ekosustavu</a:t>
            </a:r>
          </a:p>
          <a:p>
            <a:r>
              <a:rPr lang="hr-HR" dirty="0" smtClean="0"/>
              <a:t>Spas ugroženih vrsta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AA78-B95B-4540-8C77-1B308D045E3A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977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155</TotalTime>
  <Words>143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Wisp</vt:lpstr>
      <vt:lpstr>Simulacija ekosustava koristeći genetske algoritme</vt:lpstr>
      <vt:lpstr>Genetski algoritmi i ekosustav</vt:lpstr>
      <vt:lpstr>Izvedba</vt:lpstr>
      <vt:lpstr>PowerPoint Presentation</vt:lpstr>
      <vt:lpstr>Različiti atributi</vt:lpstr>
      <vt:lpstr>Različiti modeli</vt:lpstr>
      <vt:lpstr>PowerPoint Presentation</vt:lpstr>
      <vt:lpstr>Zaključak</vt:lpstr>
      <vt:lpstr>Što dalje...?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Razvoj ekosustava koristeći genetske algoritme</dc:title>
  <dc:creator>Admin</dc:creator>
  <cp:lastModifiedBy>Admin</cp:lastModifiedBy>
  <cp:revision>13</cp:revision>
  <dcterms:created xsi:type="dcterms:W3CDTF">2025-05-20T14:56:50Z</dcterms:created>
  <dcterms:modified xsi:type="dcterms:W3CDTF">2025-05-22T14:38:41Z</dcterms:modified>
</cp:coreProperties>
</file>